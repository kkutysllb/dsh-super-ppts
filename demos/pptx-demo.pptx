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5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dsh-super-ppts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演示文稿超级插件：双交付线的两种打开方式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5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6051"/>
            <a:ext cx="110029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</a:rPr>
              <a:t>一个插件，三种克制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73252"/>
            <a:ext cx="1100297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</a:rPr>
              <a:t>dsh-super-ppts 的设计预算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7572"/>
            <a:ext cx="11002975" cy="137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011680"/>
            <a:ext cx="356616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5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2011680"/>
            <a:ext cx="356616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</a:rPr>
              <a:t>条交付线：PPTX 可编辑 / HTML 在线演示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011680"/>
            <a:ext cx="356616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5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2011680"/>
            <a:ext cx="356616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19456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7432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</a:rPr>
              <a:t>种 HTML 形态：从翻页演示到手机 UI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2011680"/>
            <a:ext cx="356616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5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75320" y="2011680"/>
            <a:ext cx="356616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219456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7432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</a:rPr>
              <a:t>个本地服务端口：渲染验收走 CLI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6051"/>
            <a:ext cx="110029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</a:rPr>
              <a:t>两条交付线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73252"/>
            <a:ext cx="1100297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</a:rPr>
              <a:t>先问形态，再动工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7572"/>
            <a:ext cx="11002975" cy="137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011680"/>
            <a:ext cx="53492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5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011680"/>
            <a:ext cx="5349240" cy="54864"/>
          </a:xfrm>
          <a:prstGeom prst="rect">
            <a:avLst/>
          </a:prstGeom>
          <a:solidFill>
            <a:srgbClr val="1E5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19456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</a:rPr>
              <a:t>PPTX 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51760"/>
            <a:ext cx="5074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</a:rPr>
              <a:t>pptx-designer 引擎，七步设计导演工作流，产物可继续编辑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59" y="2011680"/>
            <a:ext cx="53492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5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37959" y="2011680"/>
            <a:ext cx="534924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19456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</a:rPr>
              <a:t>HTML 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651760"/>
            <a:ext cx="5074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</a:rPr>
              <a:t>单文件自包含演示，1920×1080 舞台，浏览器打开即所见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6051"/>
            <a:ext cx="110029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</a:rPr>
              <a:t>验收闭环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73252"/>
            <a:ext cx="1100297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</a:rPr>
              <a:t>先过视觉门，再谈完成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7572"/>
            <a:ext cx="11002975" cy="137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743200"/>
            <a:ext cx="1737360" cy="1005840"/>
          </a:xfrm>
          <a:prstGeom prst="roundRect">
            <a:avLst/>
          </a:prstGeom>
          <a:solidFill>
            <a:srgbClr val="1E5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999232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技能编排生成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418473" y="3154679"/>
            <a:ext cx="404850" cy="182880"/>
          </a:xfrm>
          <a:prstGeom prst="rightArrow">
            <a:avLst/>
          </a:prstGeom>
          <a:solidFill>
            <a:srgbClr val="6B7B8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10077" y="2743200"/>
            <a:ext cx="1737360" cy="100584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10077" y="2999232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A1E3D"/>
                </a:solidFill>
              </a:rPr>
              <a:t>PPTX 产物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734191" y="3154679"/>
            <a:ext cx="404850" cy="182880"/>
          </a:xfrm>
          <a:prstGeom prst="rightArrow">
            <a:avLst/>
          </a:prstGeom>
          <a:solidFill>
            <a:srgbClr val="6B7B8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25796" y="2743200"/>
            <a:ext cx="1737360" cy="100584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25796" y="2999232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A1E3D"/>
                </a:solidFill>
              </a:rPr>
              <a:t>PDF 中转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049909" y="3154679"/>
            <a:ext cx="404850" cy="182880"/>
          </a:xfrm>
          <a:prstGeom prst="rightArrow">
            <a:avLst/>
          </a:prstGeom>
          <a:solidFill>
            <a:srgbClr val="6B7B8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541513" y="2743200"/>
            <a:ext cx="1737360" cy="100584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41513" y="2999232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A1E3D"/>
                </a:solidFill>
              </a:rPr>
              <a:t>PNG 逐页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365627" y="3154679"/>
            <a:ext cx="404850" cy="182880"/>
          </a:xfrm>
          <a:prstGeom prst="rightArrow">
            <a:avLst/>
          </a:prstGeom>
          <a:solidFill>
            <a:srgbClr val="6B7B8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857232" y="2743200"/>
            <a:ext cx="1737360" cy="1005840"/>
          </a:xfrm>
          <a:prstGeom prst="roundRect">
            <a:avLst/>
          </a:prstGeom>
          <a:solidFill>
            <a:srgbClr val="0096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57232" y="2999232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视觉复核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00000"/>
                </a:solidFill>
              </a:rPr>
              <a:t>两条安装入口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A4A4A"/>
                </a:solidFill>
              </a:rPr>
              <a:t>github:kkutysllb/dsh-super-ppts  ·  或 dsh-plugins 镜像子目录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