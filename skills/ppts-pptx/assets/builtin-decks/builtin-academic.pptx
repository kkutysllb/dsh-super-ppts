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2971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64808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SC"/>
                <a:ea typeface="PingFang SC"/>
              </a:rPr>
              <a:t>硕士学位论文答辩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916382"/>
            <a:ext cx="10667733" cy="9143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0" b="1">
                <a:solidFill>
                  <a:srgbClr val="1E3A5F"/>
                </a:solidFill>
                <a:latin typeface="PingFang SC"/>
                <a:ea typeface="PingFang SC"/>
              </a:rPr>
              <a:t>基于多智能体协同的关键技术研究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856666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A8577"/>
                </a:solidFill>
                <a:latin typeface="PingFang SC"/>
                <a:ea typeface="PingFang SC"/>
              </a:rPr>
              <a:t>答辩人：李某某 · 导师：王某某 教授 · 2026 年 6 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377" y="3809904"/>
            <a:ext cx="3276518" cy="160015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4465208"/>
            <a:ext cx="3276518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E3A5F"/>
                </a:solidFill>
                <a:latin typeface="PingFang SC"/>
                <a:ea typeface="PingFang SC"/>
              </a:rPr>
              <a:t>研究背景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7588" y="3809904"/>
            <a:ext cx="3276518" cy="160015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588" y="4465208"/>
            <a:ext cx="3276518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E3A5F"/>
                </a:solidFill>
                <a:latin typeface="PingFang SC"/>
                <a:ea typeface="PingFang SC"/>
              </a:rPr>
              <a:t>方法与实验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799" y="3809904"/>
            <a:ext cx="3276518" cy="1600159"/>
          </a:xfrm>
          <a:prstGeom prst="roundRect">
            <a:avLst>
              <a:gd name="adj" fmla="val 14285"/>
            </a:avLst>
          </a:prstGeom>
          <a:solidFill>
            <a:srgbClr val="EEF2F8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799" y="4465208"/>
            <a:ext cx="3276518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E3A5F"/>
                </a:solidFill>
                <a:latin typeface="PingFang SC"/>
                <a:ea typeface="PingFang SC"/>
              </a:rPr>
              <a:t>结论与展望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6086703"/>
            <a:ext cx="990575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3AD9D"/>
                </a:solidFill>
                <a:latin typeface="PingFang SC"/>
                <a:ea typeface="PingFang SC"/>
              </a:rPr>
              <a:t>章节严谨 · 引用规范 · 图表编号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E3A5F"/>
                </a:solidFill>
                <a:latin typeface="PingFang SC"/>
                <a:ea typeface="PingFang SC"/>
              </a:rPr>
              <a:t>研究方法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PingFang SC"/>
                <a:ea typeface="PingFang SC"/>
              </a:rPr>
              <a:t>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A8577"/>
                </a:solidFill>
                <a:latin typeface="PingFang SC"/>
                <a:ea typeface="PingFang SC"/>
              </a:rPr>
              <a:t>多智能体协同框架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PingFang SC"/>
                <a:ea typeface="PingFang SC"/>
              </a:rPr>
              <a:t>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A8577"/>
                </a:solidFill>
                <a:latin typeface="PingFang SC"/>
                <a:ea typeface="PingFang SC"/>
              </a:rPr>
              <a:t>三组对照基准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PingFang SC"/>
                <a:ea typeface="PingFang SC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A8577"/>
                </a:solidFill>
                <a:latin typeface="PingFang SC"/>
                <a:ea typeface="PingFang SC"/>
              </a:rPr>
              <a:t>消融与显著性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A8577"/>
                </a:solidFill>
                <a:latin typeface="PingFang SC"/>
                <a:ea typeface="PingFang SC"/>
              </a:rPr>
              <a:t>导师与实验室同侪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E3A5F"/>
                </a:solidFill>
                <a:latin typeface="PingFang SC"/>
                <a:ea typeface="PingFang SC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E3A5F"/>
                </a:solidFill>
                <a:latin typeface="PingFang SC"/>
                <a:ea typeface="PingFang SC"/>
              </a:rPr>
              <a:t>+9.6%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A8577"/>
                </a:solidFill>
                <a:latin typeface="PingFang SC"/>
                <a:ea typeface="PingFang SC"/>
              </a:rPr>
              <a:t>主指标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E3A5F"/>
                </a:solidFill>
                <a:latin typeface="PingFang SC"/>
                <a:ea typeface="PingFang SC"/>
              </a:rPr>
              <a:t>p&lt;0.01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A8577"/>
                </a:solidFill>
                <a:latin typeface="PingFang SC"/>
                <a:ea typeface="PingFang SC"/>
              </a:rPr>
              <a:t>显著性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E3A5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A8577"/>
                </a:solidFill>
                <a:latin typeface="PingFang SC"/>
                <a:ea typeface="PingFang SC"/>
              </a:rPr>
              <a:t>基准集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ACB4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A8577"/>
                </a:solidFill>
                <a:latin typeface="PingFang SC"/>
                <a:ea typeface="PingFang SC"/>
              </a:rPr>
              <a:t>两组随机种子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E3A5F"/>
                </a:solidFill>
                <a:latin typeface="PingFang SC"/>
                <a:ea typeface="PingFang SC"/>
              </a:rPr>
              <a:t>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8A8577"/>
                </a:solidFill>
                <a:latin typeface="PingFang SC"/>
                <a:ea typeface="PingFang SC"/>
              </a:rPr>
              <a:t>导师与实验室同侪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