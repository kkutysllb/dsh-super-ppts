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2029917"/>
            <a:ext cx="9905752" cy="14630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200" b="1">
                <a:solidFill>
                  <a:srgbClr val="111111"/>
                </a:solidFill>
                <a:latin typeface="PingFang SC"/>
                <a:ea typeface="PingFang SC"/>
              </a:rPr>
              <a:t>少，即是多。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3390053"/>
            <a:ext cx="9905752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CA3AF"/>
                </a:solidFill>
                <a:latin typeface="PingFang SC"/>
                <a:ea typeface="PingFang SC"/>
              </a:rPr>
              <a:t>极简主义设计方向 · 留白即内容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169" y="4419489"/>
            <a:ext cx="9753356" cy="3809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9169" y="5066411"/>
            <a:ext cx="7619809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7280"/>
                </a:solidFill>
                <a:latin typeface="PingFang SC"/>
                <a:ea typeface="PingFang SC"/>
              </a:rPr>
              <a:t>Design Review · 2026 Q4</a:t>
            </a:r>
          </a:p>
        </p:txBody>
      </p:sp>
      <p:sp>
        <p:nvSpPr>
          <p:cNvPr id="7" name="Oval 6"/>
          <p:cNvSpPr/>
          <p:nvPr/>
        </p:nvSpPr>
        <p:spPr>
          <a:xfrm>
            <a:off x="10591535" y="5105272"/>
            <a:ext cx="457188" cy="45718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11111"/>
                </a:solidFill>
                <a:latin typeface="PingFang SC"/>
                <a:ea typeface="PingFang SC"/>
              </a:rPr>
              <a:t>设计三原则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AFAFA"/>
          </a:solidFill>
          <a:ln w="304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ingFang SC"/>
                <a:ea typeface="PingFang SC"/>
              </a:rPr>
              <a:t>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CA3AF"/>
                </a:solidFill>
                <a:latin typeface="PingFang SC"/>
                <a:ea typeface="PingFang SC"/>
              </a:rPr>
              <a:t>删到不能再删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AFAFA"/>
          </a:solidFill>
          <a:ln w="304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ingFang SC"/>
                <a:ea typeface="PingFang SC"/>
              </a:rPr>
              <a:t>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CA3AF"/>
                </a:solidFill>
                <a:latin typeface="PingFang SC"/>
                <a:ea typeface="PingFang SC"/>
              </a:rPr>
              <a:t>动效只为引导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AFAFA"/>
          </a:solidFill>
          <a:ln w="304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ingFang SC"/>
                <a:ea typeface="PingFang SC"/>
              </a:rPr>
              <a:t>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CA3AF"/>
                </a:solidFill>
                <a:latin typeface="PingFang SC"/>
                <a:ea typeface="PingFang SC"/>
              </a:rPr>
              <a:t>内容即设计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Design Review · 2026 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11111"/>
                </a:solidFill>
                <a:latin typeface="PingFang SC"/>
                <a:ea typeface="PingFang SC"/>
              </a:rPr>
              <a:t>可用性测试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304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11111"/>
                </a:solidFill>
                <a:latin typeface="PingFang SC"/>
                <a:ea typeface="PingFang SC"/>
              </a:rPr>
              <a:t>31分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SUS 得分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304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11111"/>
                </a:solidFill>
                <a:latin typeface="PingFang SC"/>
                <a:ea typeface="PingFang SC"/>
              </a:rPr>
              <a:t>-42%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步骤数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304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11111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严重问题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ACAC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12 名被试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11111"/>
                </a:solidFill>
                <a:latin typeface="PingFang SC"/>
                <a:ea typeface="PingFang SC"/>
              </a:rPr>
              <a:t>Less, but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9CA3AF"/>
                </a:solidFill>
                <a:latin typeface="PingFang SC"/>
                <a:ea typeface="PingFang SC"/>
              </a:rPr>
              <a:t>Design Review · 2026 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